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PT Sans Narrow" panose="020B050602020302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AB36B5-FDD1-49DB-954E-CDDC2A254018}">
  <a:tblStyle styleId="{26AB36B5-FDD1-49DB-954E-CDDC2A2540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6163a43d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3" name="Google Shape;73;g216163a43d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16163a43d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9" name="Google Shape;79;g216163a43d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6163a43d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5" name="Google Shape;85;g216163a43d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6163a43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1" name="Google Shape;91;g216163a43d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6163a43d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7" name="Google Shape;97;g216163a43d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6163a43d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3" name="Google Shape;103;g216163a43d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6163a43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0" name="Google Shape;110;g216163a43d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6163a43d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6" name="Google Shape;116;g216163a43d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6163a43d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2" name="Google Shape;122;g216163a43d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6163a43d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8" name="Google Shape;128;g216163a43d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cppreference.com/w/c/chro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Library Management System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(E2 - 8)</a:t>
            </a:r>
            <a:endParaRPr sz="180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063374" y="2759753"/>
            <a:ext cx="2573019" cy="11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 dirty="0"/>
              <a:t>Team Members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 Ridhima Lunawat    (1262252148)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 Shreya Landage       (1262252459)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 Tanisha Botre           (1262252364)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 Rutvik Vairagi           (1262252145)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 Swanand Hagwane (1262251674)</a:t>
            </a:r>
            <a:endParaRPr sz="1200"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705025" y="2850050"/>
            <a:ext cx="2434800" cy="11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 dirty="0"/>
              <a:t>Guided By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200" u="sng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Anushri Kulkarni Ma’am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Shirish Paygude Sir 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775" y="58450"/>
            <a:ext cx="2774523" cy="856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199150" y="1180575"/>
            <a:ext cx="84747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Foundations of Programming-CSE10010</a:t>
            </a:r>
            <a:endParaRPr lang="en-US" sz="2400" b="1" dirty="0">
              <a:solidFill>
                <a:srgbClr val="0070C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Mini Project Presentation 2025-26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and Motivation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Statement and Objectives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 Contribution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of Literature Survey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and Software Requirements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 and Experimental Setup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and Conclusions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lang="en-US" dirty="0"/>
              <a:t>Libraries are essential institutions that provide access to knowledge and resources. However, managing library operations manually — tracking book availability, handling issue/return records, and maintaining user data — is time-consuming and error-prone.</a:t>
            </a:r>
          </a:p>
          <a:p>
            <a:endParaRPr lang="en-US" dirty="0"/>
          </a:p>
          <a:p>
            <a:r>
              <a:rPr lang="en-US" dirty="0"/>
              <a:t>This project presents a console-based Library Management System developed in C, using two key data structures: a </a:t>
            </a:r>
            <a:r>
              <a:rPr lang="en-US" b="1" dirty="0"/>
              <a:t>book struct</a:t>
            </a:r>
            <a:r>
              <a:rPr lang="en-US" dirty="0"/>
              <a:t> (name, author, 3 genres, quantity) and a </a:t>
            </a:r>
            <a:r>
              <a:rPr lang="en-US" b="1" dirty="0"/>
              <a:t>UserProfile struct</a:t>
            </a:r>
            <a:r>
              <a:rPr lang="en-US" dirty="0"/>
              <a:t> (name, password, age, college, branch, issued slots, issue/due dates, and read history). All data is persisted in text files using fscanf/fprintf.</a:t>
            </a:r>
          </a:p>
          <a:p>
            <a:endParaRPr lang="en-US" dirty="0"/>
          </a:p>
          <a:p>
            <a:r>
              <a:rPr lang="en-US" dirty="0"/>
              <a:t>The motivation is to apply core C programming concepts — structures, file I/O, string handling, and modular functions — to solve a real-world problem. The system supports up to 100 book records and 50 reserved books in memory, with all operations backed by persistent .txt files.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Objectives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-64394" y="1094607"/>
            <a:ext cx="9208394" cy="44647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1600" b="1" dirty="0"/>
              <a:t>Problem Statement:</a:t>
            </a:r>
            <a:r>
              <a:rPr lang="en-US" sz="1600" dirty="0"/>
              <a:t> Traditional library management relies on manual record-keeping, which leads to inefficiencies such as loss of issue records, difficulty tracking availability, and lack of personalized services for users.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Objectives:</a:t>
            </a:r>
          </a:p>
          <a:p>
            <a:pPr>
              <a:buAutoNum type="arabicPeriod"/>
            </a:pPr>
            <a:r>
              <a:rPr lang="en-US" sz="1600" dirty="0"/>
              <a:t>Secure login with 3-attempt limit (credentials checked against user_data.txt)</a:t>
            </a:r>
          </a:p>
          <a:p>
            <a:pPr>
              <a:buAutoNum type="arabicPeriod"/>
            </a:pPr>
            <a:r>
              <a:rPr lang="en-US" sz="1600" dirty="0"/>
              <a:t>Create and Delete user accounts, persisted in user_data.txt</a:t>
            </a:r>
          </a:p>
          <a:p>
            <a:pPr>
              <a:buAutoNum type="arabicPeriod"/>
            </a:pPr>
            <a:r>
              <a:rPr lang="en-US" sz="1600" dirty="0"/>
              <a:t>Search books by Name, Author, or Genre using strcmp() exact-match</a:t>
            </a:r>
          </a:p>
          <a:p>
            <a:pPr>
              <a:buAutoNum type="arabicPeriod"/>
            </a:pPr>
            <a:r>
              <a:rPr lang="en-US" sz="1600" dirty="0"/>
              <a:t>Issue books: up to 3-book limit per user; auto-calculates 7-day due date via time.h</a:t>
            </a:r>
          </a:p>
          <a:p>
            <a:pPr>
              <a:buAutoNum type="arabicPeriod"/>
            </a:pPr>
            <a:r>
              <a:rPr lang="en-US" sz="1600" dirty="0"/>
              <a:t>Return books: updates issued_books.txt status to returned with return date recorded</a:t>
            </a:r>
          </a:p>
          <a:p>
            <a:pPr>
              <a:buAutoNum type="arabicPeriod"/>
            </a:pPr>
            <a:r>
              <a:rPr lang="en-US" sz="1600" dirty="0"/>
              <a:t>Donate books: adds new entry or increments quantity if duplicate found</a:t>
            </a:r>
          </a:p>
          <a:p>
            <a:pPr>
              <a:buAutoNum type="arabicPeriod"/>
            </a:pPr>
            <a:r>
              <a:rPr lang="en-US" sz="1600" dirty="0"/>
              <a:t>Profile page: view books read/issued (up to 50 history), due dates, membership details</a:t>
            </a:r>
          </a:p>
          <a:p>
            <a:pPr>
              <a:buAutoNum type="arabicPeriod"/>
            </a:pPr>
            <a:r>
              <a:rPr lang="en-US" sz="1600" dirty="0"/>
              <a:t>Book suggestions: by genre match, bestsellers (quantity=0), or upcoming 2026 titles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</a:t>
            </a:r>
            <a:endParaRPr/>
          </a:p>
        </p:txBody>
      </p:sp>
      <p:graphicFrame>
        <p:nvGraphicFramePr>
          <p:cNvPr id="94" name="Google Shape;94;p17"/>
          <p:cNvGraphicFramePr/>
          <p:nvPr>
            <p:extLst>
              <p:ext uri="{D42A27DB-BD31-4B8C-83A1-F6EECF244321}">
                <p14:modId xmlns:p14="http://schemas.microsoft.com/office/powerpoint/2010/main" val="4237872362"/>
              </p:ext>
            </p:extLst>
          </p:nvPr>
        </p:nvGraphicFramePr>
        <p:xfrm>
          <a:off x="952500" y="1619250"/>
          <a:ext cx="7239000" cy="280398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Work</a:t>
                      </a:r>
                      <a:endParaRPr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(Report/Presentation/Algorithm Design/Implementation) 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Ridhima Lunawat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Presentation &amp; implementation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Shreya Landage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Report &amp; implementation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9642581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Tanisha </a:t>
                      </a:r>
                      <a:r>
                        <a:rPr lang="en-US" dirty="0" err="1"/>
                        <a:t>Botre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Implementation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Rutvik Vairagi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Implementation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Swanand </a:t>
                      </a:r>
                      <a:r>
                        <a:rPr lang="en-US" dirty="0" err="1"/>
                        <a:t>Hagwane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Implementation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Literature Survey</a:t>
            </a:r>
            <a:endParaRPr/>
          </a:p>
        </p:txBody>
      </p:sp>
      <p:graphicFrame>
        <p:nvGraphicFramePr>
          <p:cNvPr id="100" name="Google Shape;100;p18"/>
          <p:cNvGraphicFramePr/>
          <p:nvPr>
            <p:extLst>
              <p:ext uri="{D42A27DB-BD31-4B8C-83A1-F6EECF244321}">
                <p14:modId xmlns:p14="http://schemas.microsoft.com/office/powerpoint/2010/main" val="3880924905"/>
              </p:ext>
            </p:extLst>
          </p:nvPr>
        </p:nvGraphicFramePr>
        <p:xfrm>
          <a:off x="632100" y="1112670"/>
          <a:ext cx="7879800" cy="374895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196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Paper Ref.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(as per order of references)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Title of Paper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 Used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is it useful for your project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Ref[1]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The C programming Language – Kernighan &amp; Ritchie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Structured programming, file I/O, pointer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Provided the foundation for using structs, file handling with fscanf/</a:t>
                      </a:r>
                      <a:r>
                        <a:rPr lang="en-US" dirty="0" err="1"/>
                        <a:t>fprintf</a:t>
                      </a:r>
                      <a:r>
                        <a:rPr lang="en-US" dirty="0"/>
                        <a:t>, and string operations used throughout the project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Ref[2]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Library Management System using C - GeeksforGeeks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Menu driven console application with arrays and structs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Gave insight into how book records and user data can be organized and managed using arrays of structs in C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System</a:t>
            </a: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106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 dirty="0"/>
              <a:t>Detailed Description</a:t>
            </a:r>
          </a:p>
          <a:p>
            <a:pPr marL="0" lvl="0" indent="0" algn="l">
              <a:spcAft>
                <a:spcPts val="800"/>
              </a:spcAft>
              <a:buNone/>
            </a:pPr>
            <a:r>
              <a:rPr lang="en-US" sz="1600" b="1" dirty="0"/>
              <a:t>Data Structures:</a:t>
            </a:r>
            <a:r>
              <a:rPr lang="en-US" sz="1600" dirty="0"/>
              <a:t> book struct {book_name[50], author[50], genre1/2/3[20], quantity} and UserProfile struct {name, password, age, college, branch, issued_slots[3][50], issue_dates[3][20], due_dates[3][20], read_book_names[50][50], books_read, books_issued, payment_per_month, deposit}</a:t>
            </a:r>
          </a:p>
          <a:p>
            <a:pPr marL="0" lvl="0" indent="0" algn="l">
              <a:spcAft>
                <a:spcPts val="800"/>
              </a:spcAft>
              <a:buNone/>
            </a:pPr>
            <a:r>
              <a:rPr lang="en-US" sz="1600" b="1" dirty="0"/>
              <a:t>Global State:</a:t>
            </a:r>
            <a:r>
              <a:rPr lang="en-US" sz="1600" dirty="0"/>
              <a:t> books[100] array, total_records counter, reserved_books[50], total_reserved counter, single UserProfile user loaded at login</a:t>
            </a:r>
          </a:p>
          <a:p>
            <a:pPr marL="0" lvl="0" indent="0" algn="l">
              <a:spcAft>
                <a:spcPts val="800"/>
              </a:spcAft>
              <a:buNone/>
            </a:pPr>
            <a:r>
              <a:rPr lang="en-US" sz="1600" b="1" dirty="0"/>
              <a:t>File Persistence:</a:t>
            </a:r>
            <a:r>
              <a:rPr lang="en-US" sz="1600" dirty="0"/>
              <a:t> DATASET.txt (book records, CSV: name,author,g1,g2,g3,qty), user_data.txt (user credentials/profile), issued_books.txt (issue/return history with status field)</a:t>
            </a:r>
          </a:p>
          <a:p>
            <a:pPr marL="0" lvl="0" indent="0" algn="l">
              <a:spcAft>
                <a:spcPts val="800"/>
              </a:spcAft>
              <a:buNone/>
            </a:pPr>
            <a:r>
              <a:rPr lang="en-US" sz="1600" b="1" dirty="0"/>
              <a:t>Menu Flow:</a:t>
            </a:r>
            <a:r>
              <a:rPr lang="en-US" sz="1600" dirty="0"/>
              <a:t> Startup menu (Login/Create/Delete/Exit) → Login (3 attempts) → Main menu (7 options) via do-while loop calling modular functions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A84B-7DFA-7D6F-BCE9-7CDC3F58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70527-D696-FA76-514A-C9BAD6956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261" y="1152425"/>
            <a:ext cx="6275478" cy="367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6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and Software Requirements</a:t>
            </a:r>
            <a:endParaRPr/>
          </a:p>
        </p:txBody>
      </p:sp>
      <p:graphicFrame>
        <p:nvGraphicFramePr>
          <p:cNvPr id="113" name="Google Shape;113;p20"/>
          <p:cNvGraphicFramePr/>
          <p:nvPr>
            <p:extLst>
              <p:ext uri="{D42A27DB-BD31-4B8C-83A1-F6EECF244321}">
                <p14:modId xmlns:p14="http://schemas.microsoft.com/office/powerpoint/2010/main" val="303495717"/>
              </p:ext>
            </p:extLst>
          </p:nvPr>
        </p:nvGraphicFramePr>
        <p:xfrm>
          <a:off x="894075" y="1297825"/>
          <a:ext cx="7239000" cy="320019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Hardware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Model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Justification w.r.t project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PC/Laptop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Any standard configuration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Required to compile and execute program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Storage Device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HDD / SDD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Stores the dataset files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Keyboard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Standard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Required for user input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38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Software</a:t>
                      </a:r>
                      <a:endParaRPr b="1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Justification w.r.t project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GCC Compiler</a:t>
                      </a:r>
                      <a:endParaRPr dirty="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Used to compile C source code</a:t>
                      </a:r>
                      <a:endParaRPr b="0"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Dev C++/ VS code / Code::Blocks</a:t>
                      </a:r>
                      <a:endParaRPr dirty="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IDE used for writing, editing and running program</a:t>
                      </a:r>
                      <a:endParaRPr b="0"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Experimental Setup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1" y="1266325"/>
            <a:ext cx="3650699" cy="49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1100" b="1" dirty="0"/>
              <a:t>Implementation:</a:t>
            </a:r>
            <a:r>
              <a:rPr lang="en-US" sz="1100" dirty="0"/>
              <a:t> main() reads DATASET.txt via fscanf into books[100]. InitializeUserProfile() then loads user profile from user_data.txt and parses issued_books.txt to populate issued_slots[3] and read history.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Login uses a while loop (max 3 attempts), reading credentials line-by-line from user_data.txt via fscanf. After login, a do-while main menu loop drives 7 function calls. File updates use temp file + remove() + rename() pattern to safely rewrite records.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readInt() validates integer input in a while loop to prevent invalid/negative entries. Strings use fgets() + strcspn() to strip newlines. genreMatch() checks all 3 genre fields. suggestBestsellers() lists books where quantity==0.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0A20C-A4CB-32E0-AF66-6D4DE9DE3634}"/>
              </a:ext>
            </a:extLst>
          </p:cNvPr>
          <p:cNvSpPr txBox="1"/>
          <p:nvPr/>
        </p:nvSpPr>
        <p:spPr>
          <a:xfrm>
            <a:off x="4571999" y="1266324"/>
            <a:ext cx="431442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Key implementation highlights :</a:t>
            </a:r>
          </a:p>
          <a:p>
            <a:endParaRPr lang="en-US" b="1" dirty="0">
              <a:solidFill>
                <a:schemeClr val="bg2"/>
              </a:solidFill>
            </a:endParaRPr>
          </a:p>
          <a:p>
            <a:r>
              <a:rPr lang="en-IN" sz="900" b="1" dirty="0">
                <a:solidFill>
                  <a:schemeClr val="bg2"/>
                </a:solidFill>
              </a:rPr>
              <a:t>IssueBook():</a:t>
            </a:r>
            <a:r>
              <a:rPr lang="en-IN" sz="900" dirty="0">
                <a:solidFill>
                  <a:schemeClr val="bg2"/>
                </a:solidFill>
              </a:rPr>
              <a:t> time() + localtime() for dates; +7 days for due date; 3-slot limit enforced; updates DATASET.txt &amp; appends to issued_books.txt</a:t>
            </a:r>
          </a:p>
          <a:p>
            <a:r>
              <a:rPr lang="en-IN" sz="900" b="1" dirty="0">
                <a:solidFill>
                  <a:schemeClr val="bg2"/>
                </a:solidFill>
              </a:rPr>
              <a:t>ReturnBook():</a:t>
            </a:r>
            <a:r>
              <a:rPr lang="en-IN" sz="900" dirty="0">
                <a:solidFill>
                  <a:schemeClr val="bg2"/>
                </a:solidFill>
              </a:rPr>
              <a:t> line-by-line read into temp_issued.txt; matched entry status changed to 'returned' + date; temp file replaces original</a:t>
            </a:r>
          </a:p>
          <a:p>
            <a:r>
              <a:rPr lang="en-IN" sz="900" b="1" dirty="0">
                <a:solidFill>
                  <a:schemeClr val="bg2"/>
                </a:solidFill>
              </a:rPr>
              <a:t>SearchBook():</a:t>
            </a:r>
            <a:r>
              <a:rPr lang="en-IN" sz="900" dirty="0">
                <a:solidFill>
                  <a:schemeClr val="bg2"/>
                </a:solidFill>
              </a:rPr>
              <a:t> strcmp(author/name) or genreMatch() across all 3 genre fields; shows stock inline</a:t>
            </a:r>
          </a:p>
          <a:p>
            <a:r>
              <a:rPr lang="en-IN" sz="900" b="1" dirty="0">
                <a:solidFill>
                  <a:schemeClr val="bg2"/>
                </a:solidFill>
              </a:rPr>
              <a:t>DonateBook():</a:t>
            </a:r>
            <a:r>
              <a:rPr lang="en-IN" sz="900" dirty="0">
                <a:solidFill>
                  <a:schemeClr val="bg2"/>
                </a:solidFill>
              </a:rPr>
              <a:t> 5-field duplicate check; increments qty if found, else new record; rewrites DATASET.txt</a:t>
            </a:r>
          </a:p>
          <a:p>
            <a:r>
              <a:rPr lang="en-IN" sz="900" b="1" dirty="0">
                <a:solidFill>
                  <a:schemeClr val="bg2"/>
                </a:solidFill>
              </a:rPr>
              <a:t>CreateUser()/DeleteUser():</a:t>
            </a:r>
            <a:r>
              <a:rPr lang="en-IN" sz="900" dirty="0">
                <a:solidFill>
                  <a:schemeClr val="bg2"/>
                </a:solidFill>
              </a:rPr>
              <a:t> CreateUser: duplicate username check; DeleteUser: password verify, removes user row + all issued_books.txt entries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BEC61-00FA-89E2-0FA7-9557F8559DC3}"/>
              </a:ext>
            </a:extLst>
          </p:cNvPr>
          <p:cNvSpPr txBox="1"/>
          <p:nvPr/>
        </p:nvSpPr>
        <p:spPr>
          <a:xfrm>
            <a:off x="4571999" y="3482865"/>
            <a:ext cx="393382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</a:rPr>
              <a:t>Experimental Setup:</a:t>
            </a:r>
            <a:r>
              <a:rPr lang="en-US" sz="900" dirty="0">
                <a:solidFill>
                  <a:schemeClr val="bg2"/>
                </a:solidFill>
              </a:rPr>
              <a:t> Tested on Windows using GCC compiler. Dataset: CSV file with 100+ book records. Test cases: valid/invalid login (3-attempt lockout), issuing up to 3-book limit, returning each book slot, genre/author/name searches with exact and non-matching inputs, donating new and existing books, CreateUser/DeleteUser with correct and wrong passwords, and verifying file updates persist after program restart.</a:t>
            </a:r>
            <a:endParaRPr lang="en-IN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Conclusion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en-US" b="1" dirty="0"/>
              <a:t>Results:</a:t>
            </a:r>
            <a:r>
              <a:rPr lang="en-US" dirty="0"/>
              <a:t> All modules performed correctly. Login blocked access after 3 failed attempts. IssueBook() used time() + 7-day offset for due dates and enforced the 3-slot limit. ReturnBook() rewrote issued_books.txt via temp file swap, updating status to returned with date. SearchBook() matched all 3 filter types via strcmp()/genreMatch(). DonateBook() incremented quantity for duplicates. CreateUser()/DeleteUser() correctly managed user_data.txt and issued_books.txt. ProfilePage displayed all 4 sub-sections correctly.</a:t>
            </a:r>
          </a:p>
          <a:p>
            <a:endParaRPr lang="en-US" dirty="0"/>
          </a:p>
          <a:p>
            <a:r>
              <a:rPr lang="en-US" b="1" dirty="0"/>
              <a:t>Conclusion:</a:t>
            </a:r>
            <a:r>
              <a:rPr lang="en-US" dirty="0"/>
              <a:t> The Library Management System successfully demonstrates C programming concepts: structs (book, UserProfile), arrays (books[100], issued_slots[3], read_book_names[50]), file I/O (fscanf/fprintf with temp-file-swap pattern), string functions (strcmp, strftime, strcspn, fgets), and the time.h library. The modular design with 10+ functions covers the full library workflow. Future enhancements: overdue fine calculation using date difference, GUI frontend, multi-user concurrent sessions, database backend (SQLite), and a reservation/waitlist system.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" dirty="0"/>
              <a:t>Ref[1] : </a:t>
            </a:r>
            <a:r>
              <a:rPr lang="en-US" dirty="0"/>
              <a:t>B. W. Kernighan and D. M. Ritchie, </a:t>
            </a:r>
            <a:r>
              <a:rPr lang="en-US" i="1" dirty="0"/>
              <a:t>The C Programming Language</a:t>
            </a:r>
            <a:r>
              <a:rPr lang="en-US" dirty="0"/>
              <a:t>, 2nd ed., Prentice Hall, 1988.</a:t>
            </a:r>
            <a:r>
              <a:rPr lang="en" dirty="0"/>
              <a:t> </a:t>
            </a:r>
            <a:endParaRPr dirty="0"/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Ref[2] : </a:t>
            </a:r>
            <a:r>
              <a:rPr lang="en-US" dirty="0"/>
              <a:t>"Library Management System in C," GeeksforGeeks. [Online]. Available: </a:t>
            </a:r>
            <a:r>
              <a:rPr lang="en-US" dirty="0">
                <a:hlinkClick r:id="rId3"/>
              </a:rPr>
              <a:t>https://www.geeksforgeeks.org</a:t>
            </a:r>
            <a:endParaRPr lang="en-US" dirty="0"/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Ref[3] "</a:t>
            </a:r>
            <a:r>
              <a:rPr lang="en-US" dirty="0" err="1"/>
              <a:t>time.h</a:t>
            </a:r>
            <a:r>
              <a:rPr lang="en-US" dirty="0"/>
              <a:t> – C Standard Library," cppreference.com. [Online]. Available: </a:t>
            </a:r>
            <a:r>
              <a:rPr lang="en-US" dirty="0">
                <a:hlinkClick r:id="rId4"/>
              </a:rPr>
              <a:t>https://en.cppreference.com/w/c/chrono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8914</TotalTime>
  <Words>1482</Words>
  <Application>Microsoft Office PowerPoint</Application>
  <PresentationFormat>On-screen Show (16:9)</PresentationFormat>
  <Paragraphs>119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Open Sans</vt:lpstr>
      <vt:lpstr>PT Sans Narrow</vt:lpstr>
      <vt:lpstr>Arial</vt:lpstr>
      <vt:lpstr>Tropic</vt:lpstr>
      <vt:lpstr>Library Management System (E2 - 8)</vt:lpstr>
      <vt:lpstr>Content</vt:lpstr>
      <vt:lpstr>Introduction and Motivation</vt:lpstr>
      <vt:lpstr>Problem Statement and Objectives</vt:lpstr>
      <vt:lpstr>Individual Contribution</vt:lpstr>
      <vt:lpstr>Summary of Literature Survey</vt:lpstr>
      <vt:lpstr>Proposed System</vt:lpstr>
      <vt:lpstr>Flowchart</vt:lpstr>
      <vt:lpstr>Hardware and Software Requirements</vt:lpstr>
      <vt:lpstr>Implementation and Experimental Setup</vt:lpstr>
      <vt:lpstr>Results and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Title  (Batch-Group Number [E.g. E2-4])</dc:title>
  <cp:lastModifiedBy>Sonia Lunawat</cp:lastModifiedBy>
  <cp:revision>7</cp:revision>
  <dcterms:modified xsi:type="dcterms:W3CDTF">2026-04-14T16:53:07Z</dcterms:modified>
</cp:coreProperties>
</file>